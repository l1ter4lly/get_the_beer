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38"/>
  </p:notesMasterIdLst>
  <p:handoutMasterIdLst>
    <p:handoutMasterId r:id="rId39"/>
  </p:handoutMasterIdLst>
  <p:sldIdLst>
    <p:sldId id="1528" r:id="rId2"/>
    <p:sldId id="1534" r:id="rId3"/>
    <p:sldId id="1539" r:id="rId4"/>
    <p:sldId id="1538" r:id="rId5"/>
    <p:sldId id="1537" r:id="rId6"/>
    <p:sldId id="1536" r:id="rId7"/>
    <p:sldId id="1540" r:id="rId8"/>
    <p:sldId id="1535" r:id="rId9"/>
    <p:sldId id="1543" r:id="rId10"/>
    <p:sldId id="1542" r:id="rId11"/>
    <p:sldId id="1531" r:id="rId12"/>
    <p:sldId id="1544" r:id="rId13"/>
    <p:sldId id="1551" r:id="rId14"/>
    <p:sldId id="1552" r:id="rId15"/>
    <p:sldId id="1571" r:id="rId16"/>
    <p:sldId id="1565" r:id="rId17"/>
    <p:sldId id="1570" r:id="rId18"/>
    <p:sldId id="1566" r:id="rId19"/>
    <p:sldId id="1569" r:id="rId20"/>
    <p:sldId id="1568" r:id="rId21"/>
    <p:sldId id="1567" r:id="rId22"/>
    <p:sldId id="1549" r:id="rId23"/>
    <p:sldId id="1547" r:id="rId24"/>
    <p:sldId id="1548" r:id="rId25"/>
    <p:sldId id="1545" r:id="rId26"/>
    <p:sldId id="1546" r:id="rId27"/>
    <p:sldId id="1555" r:id="rId28"/>
    <p:sldId id="1556" r:id="rId29"/>
    <p:sldId id="1557" r:id="rId30"/>
    <p:sldId id="1558" r:id="rId31"/>
    <p:sldId id="1559" r:id="rId32"/>
    <p:sldId id="1560" r:id="rId33"/>
    <p:sldId id="1561" r:id="rId34"/>
    <p:sldId id="1562" r:id="rId35"/>
    <p:sldId id="1563" r:id="rId36"/>
    <p:sldId id="1564" r:id="rId37"/>
  </p:sldIdLst>
  <p:sldSz cx="6858000" cy="9144000" type="screen4x3"/>
  <p:notesSz cx="6669088" cy="987266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552"/>
    <a:srgbClr val="6CC1CA"/>
    <a:srgbClr val="EEEE12"/>
    <a:srgbClr val="CC0099"/>
    <a:srgbClr val="FF3300"/>
    <a:srgbClr val="0B02BE"/>
    <a:srgbClr val="0A4618"/>
    <a:srgbClr val="1EA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1" autoAdjust="0"/>
    <p:restoredTop sz="72806" autoAdjust="0"/>
  </p:normalViewPr>
  <p:slideViewPr>
    <p:cSldViewPr snapToObjects="1">
      <p:cViewPr varScale="1">
        <p:scale>
          <a:sx n="94" d="100"/>
          <a:sy n="94" d="100"/>
        </p:scale>
        <p:origin x="3034" y="8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84"/>
    </p:cViewPr>
  </p:sorterViewPr>
  <p:notesViewPr>
    <p:cSldViewPr snapToObjects="1">
      <p:cViewPr varScale="1">
        <p:scale>
          <a:sx n="74" d="100"/>
          <a:sy n="74" d="100"/>
        </p:scale>
        <p:origin x="-2958" y="-102"/>
      </p:cViewPr>
      <p:guideLst>
        <p:guide orient="horz" pos="3109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88889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10" tIns="46705" rIns="93410" bIns="46705" numCol="1" anchor="t" anchorCtr="0" compatLnSpc="1">
            <a:prstTxWarp prst="textNoShape">
              <a:avLst/>
            </a:prstTxWarp>
          </a:bodyPr>
          <a:lstStyle>
            <a:lvl1pPr defTabSz="933702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80192" y="3"/>
            <a:ext cx="288889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10" tIns="46705" rIns="93410" bIns="46705" numCol="1" anchor="t" anchorCtr="0" compatLnSpc="1">
            <a:prstTxWarp prst="textNoShape">
              <a:avLst/>
            </a:prstTxWarp>
          </a:bodyPr>
          <a:lstStyle>
            <a:lvl1pPr algn="r" defTabSz="933702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9379031"/>
            <a:ext cx="288889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10" tIns="46705" rIns="93410" bIns="46705" numCol="1" anchor="b" anchorCtr="0" compatLnSpc="1">
            <a:prstTxWarp prst="textNoShape">
              <a:avLst/>
            </a:prstTxWarp>
          </a:bodyPr>
          <a:lstStyle>
            <a:lvl1pPr defTabSz="933702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80192" y="9379031"/>
            <a:ext cx="2888899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10" tIns="46705" rIns="93410" bIns="46705" numCol="1" anchor="b" anchorCtr="0" compatLnSpc="1">
            <a:prstTxWarp prst="textNoShape">
              <a:avLst/>
            </a:prstTxWarp>
          </a:bodyPr>
          <a:lstStyle>
            <a:lvl1pPr algn="r" defTabSz="933702" eaLnBrk="1" hangingPunct="1">
              <a:defRPr sz="1000">
                <a:latin typeface="Times New Roman" pitchFamily="18" charset="0"/>
              </a:defRPr>
            </a:lvl1pPr>
          </a:lstStyle>
          <a:p>
            <a:fld id="{BA857850-B7A5-439C-B106-41043176701C}" type="slidenum">
              <a:rPr lang="de-DE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1399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890458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04" tIns="45202" rIns="90404" bIns="45202" numCol="1" anchor="t" anchorCtr="0" compatLnSpc="1">
            <a:prstTxWarp prst="textNoShape">
              <a:avLst/>
            </a:prstTxWarp>
          </a:bodyPr>
          <a:lstStyle>
            <a:lvl1pPr defTabSz="903837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075" y="3"/>
            <a:ext cx="2890458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04" tIns="45202" rIns="90404" bIns="45202" numCol="1" anchor="t" anchorCtr="0" compatLnSpc="1">
            <a:prstTxWarp prst="textNoShape">
              <a:avLst/>
            </a:prstTxWarp>
          </a:bodyPr>
          <a:lstStyle>
            <a:lvl1pPr algn="r" defTabSz="903837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47863" y="741363"/>
            <a:ext cx="2773362" cy="37004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10" y="4689517"/>
            <a:ext cx="5335270" cy="4442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04" tIns="45202" rIns="90404" bIns="452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77451"/>
            <a:ext cx="2890458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04" tIns="45202" rIns="90404" bIns="45202" numCol="1" anchor="b" anchorCtr="0" compatLnSpc="1">
            <a:prstTxWarp prst="textNoShape">
              <a:avLst/>
            </a:prstTxWarp>
          </a:bodyPr>
          <a:lstStyle>
            <a:lvl1pPr defTabSz="903837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075" y="9377451"/>
            <a:ext cx="2890458" cy="49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04" tIns="45202" rIns="90404" bIns="45202" numCol="1" anchor="b" anchorCtr="0" compatLnSpc="1">
            <a:prstTxWarp prst="textNoShape">
              <a:avLst/>
            </a:prstTxWarp>
          </a:bodyPr>
          <a:lstStyle>
            <a:lvl1pPr algn="r" defTabSz="903837" eaLnBrk="1" hangingPunct="1">
              <a:defRPr sz="1000">
                <a:latin typeface="Times New Roman" pitchFamily="18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93871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gif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2.g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gif"/><Relationship Id="rId5" Type="http://schemas.microsoft.com/office/2007/relationships/hdphoto" Target="../media/hdphoto1.wdp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gif"/><Relationship Id="rId5" Type="http://schemas.microsoft.com/office/2007/relationships/hdphoto" Target="../media/hdphoto1.wdp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gradFill>
          <a:gsLst>
            <a:gs pos="0">
              <a:srgbClr val="BFBFBF"/>
            </a:gs>
            <a:gs pos="50000">
              <a:srgbClr val="E9EAEA"/>
            </a:gs>
            <a:gs pos="100000">
              <a:srgbClr val="BFBFB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" y="2474308"/>
            <a:ext cx="3861197" cy="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5281" y="3059832"/>
            <a:ext cx="6167438" cy="2736304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pPr lvl="0"/>
            <a:r>
              <a:rPr lang="en-US" altLang="en-GB" noProof="0" dirty="0" err="1"/>
              <a:t>Titelmasterformat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durch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Klicken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bearbeiten</a:t>
            </a:r>
            <a:endParaRPr lang="en-US" altLang="en-GB" noProof="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8258" y="6300192"/>
            <a:ext cx="6161485" cy="151553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en-US" altLang="en-GB" noProof="0" dirty="0" err="1"/>
              <a:t>Formatvorlage</a:t>
            </a:r>
            <a:r>
              <a:rPr lang="en-US" altLang="en-GB" noProof="0" dirty="0"/>
              <a:t> des </a:t>
            </a:r>
            <a:r>
              <a:rPr lang="en-US" altLang="en-GB" noProof="0" dirty="0" err="1"/>
              <a:t>Untertitelmasters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durch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Klicken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bearbeiten</a:t>
            </a:r>
            <a:endParaRPr lang="en-US" altLang="en-GB" noProof="0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0"/>
          </p:nvPr>
        </p:nvSpPr>
        <p:spPr>
          <a:xfrm>
            <a:off x="345281" y="1812920"/>
            <a:ext cx="4685134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endParaRPr lang="de-DE" dirty="0"/>
          </a:p>
        </p:txBody>
      </p:sp>
      <p:pic>
        <p:nvPicPr>
          <p:cNvPr id="35" name="Picture 20" descr="HPF_graugelb PPP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20" t="-1" r="277" b="4510"/>
          <a:stretch/>
        </p:blipFill>
        <p:spPr bwMode="auto">
          <a:xfrm>
            <a:off x="0" y="0"/>
            <a:ext cx="6858000" cy="75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Grafik 3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0" y="162174"/>
            <a:ext cx="729695" cy="431651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98" y="1496825"/>
            <a:ext cx="1303311" cy="977483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</p:pic>
      <p:pic>
        <p:nvPicPr>
          <p:cNvPr id="38" name="Picture 4" descr="LogoHSPF-sw"/>
          <p:cNvPicPr>
            <a:picLocks noChangeAspect="1" noChangeArrowheads="1"/>
          </p:cNvPicPr>
          <p:nvPr userDrawn="1"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1" b="-30769"/>
          <a:stretch>
            <a:fillRect/>
          </a:stretch>
        </p:blipFill>
        <p:spPr bwMode="auto">
          <a:xfrm>
            <a:off x="4305600" y="8820000"/>
            <a:ext cx="2555875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42818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5"/>
          <p:cNvSpPr>
            <a:spLocks noGrp="1"/>
          </p:cNvSpPr>
          <p:nvPr>
            <p:ph type="body" sz="quarter" idx="10"/>
          </p:nvPr>
        </p:nvSpPr>
        <p:spPr>
          <a:xfrm>
            <a:off x="345281" y="1175351"/>
            <a:ext cx="3960319" cy="335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j-lt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Line 9"/>
          <p:cNvSpPr>
            <a:spLocks noChangeShapeType="1"/>
          </p:cNvSpPr>
          <p:nvPr userDrawn="1"/>
        </p:nvSpPr>
        <p:spPr bwMode="auto">
          <a:xfrm>
            <a:off x="1" y="1526107"/>
            <a:ext cx="4305599" cy="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18" name="Picture 20" descr="HPF_graugelb PPP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20" t="-1" r="277" b="4510"/>
          <a:stretch/>
        </p:blipFill>
        <p:spPr bwMode="auto">
          <a:xfrm>
            <a:off x="-1191" y="0"/>
            <a:ext cx="6858001" cy="75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0" y="162174"/>
            <a:ext cx="729695" cy="431651"/>
          </a:xfrm>
          <a:prstGeom prst="rect">
            <a:avLst/>
          </a:prstGeom>
        </p:spPr>
      </p:pic>
      <p:sp>
        <p:nvSpPr>
          <p:cNvPr id="20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5281" y="1653265"/>
            <a:ext cx="6167438" cy="614479"/>
          </a:xfrm>
          <a:prstGeom prst="rect">
            <a:avLst/>
          </a:prstGeom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altLang="en-GB" noProof="0" dirty="0" err="1"/>
              <a:t>Titelmasterformat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durch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Klicken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bearbeiten</a:t>
            </a:r>
            <a:endParaRPr lang="en-US" altLang="en-GB" noProof="0" dirty="0"/>
          </a:p>
        </p:txBody>
      </p:sp>
      <p:sp>
        <p:nvSpPr>
          <p:cNvPr id="23" name="Rectangle 7"/>
          <p:cNvSpPr txBox="1">
            <a:spLocks noChangeArrowheads="1"/>
          </p:cNvSpPr>
          <p:nvPr userDrawn="1"/>
        </p:nvSpPr>
        <p:spPr bwMode="auto">
          <a:xfrm>
            <a:off x="2450640" y="8802760"/>
            <a:ext cx="1956720" cy="26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CBCE4B5A-AA3E-4FAB-82CE-196AB7A3D3CE}" type="datetime1">
              <a:rPr lang="de-DE" smtClean="0">
                <a:solidFill>
                  <a:srgbClr val="000000"/>
                </a:solidFill>
              </a:rPr>
              <a:t>08.08.2021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0" name="Line 9"/>
          <p:cNvSpPr>
            <a:spLocks noChangeShapeType="1"/>
          </p:cNvSpPr>
          <p:nvPr userDrawn="1"/>
        </p:nvSpPr>
        <p:spPr bwMode="auto">
          <a:xfrm>
            <a:off x="-1193" y="2411760"/>
            <a:ext cx="6858001" cy="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" name="Line 5"/>
          <p:cNvSpPr>
            <a:spLocks noChangeShapeType="1"/>
          </p:cNvSpPr>
          <p:nvPr userDrawn="1"/>
        </p:nvSpPr>
        <p:spPr bwMode="auto">
          <a:xfrm>
            <a:off x="-1190" y="8734876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2" name="Rectangle 7"/>
          <p:cNvSpPr txBox="1">
            <a:spLocks noChangeArrowheads="1"/>
          </p:cNvSpPr>
          <p:nvPr userDrawn="1"/>
        </p:nvSpPr>
        <p:spPr bwMode="auto">
          <a:xfrm>
            <a:off x="289323" y="8802760"/>
            <a:ext cx="2491605" cy="26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de-DE" dirty="0">
                <a:solidFill>
                  <a:srgbClr val="000000"/>
                </a:solidFill>
              </a:rPr>
              <a:t>Prof. Dr. Peer Johannsen </a:t>
            </a:r>
          </a:p>
        </p:txBody>
      </p:sp>
      <p:pic>
        <p:nvPicPr>
          <p:cNvPr id="13" name="Picture 4" descr="LogoHSPF-sw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1" b="-30769"/>
          <a:stretch>
            <a:fillRect/>
          </a:stretch>
        </p:blipFill>
        <p:spPr bwMode="auto">
          <a:xfrm>
            <a:off x="4306222" y="8818360"/>
            <a:ext cx="2555875" cy="33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15067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70324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">
    <p:bg>
      <p:bgPr>
        <a:gradFill>
          <a:gsLst>
            <a:gs pos="0">
              <a:srgbClr val="BFBFBF"/>
            </a:gs>
            <a:gs pos="50000">
              <a:srgbClr val="E9EAEA"/>
            </a:gs>
            <a:gs pos="100000">
              <a:srgbClr val="BFBFB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LogoHSPF-sw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1" b="-30769"/>
          <a:stretch>
            <a:fillRect/>
          </a:stretch>
        </p:blipFill>
        <p:spPr bwMode="auto">
          <a:xfrm>
            <a:off x="4305600" y="8820000"/>
            <a:ext cx="2555875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platzhalter 15"/>
          <p:cNvSpPr>
            <a:spLocks noGrp="1"/>
          </p:cNvSpPr>
          <p:nvPr>
            <p:ph type="body" sz="quarter" idx="10"/>
          </p:nvPr>
        </p:nvSpPr>
        <p:spPr>
          <a:xfrm>
            <a:off x="345281" y="1250945"/>
            <a:ext cx="3960319" cy="393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Line 9"/>
          <p:cNvSpPr>
            <a:spLocks noChangeShapeType="1"/>
          </p:cNvSpPr>
          <p:nvPr userDrawn="1"/>
        </p:nvSpPr>
        <p:spPr bwMode="auto">
          <a:xfrm>
            <a:off x="1" y="1708538"/>
            <a:ext cx="4305599" cy="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726" y="982475"/>
            <a:ext cx="968084" cy="726063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</p:pic>
      <p:pic>
        <p:nvPicPr>
          <p:cNvPr id="18" name="Picture 20" descr="HPF_graugelb PPP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20" t="-1" r="277" b="4510"/>
          <a:stretch/>
        </p:blipFill>
        <p:spPr bwMode="auto">
          <a:xfrm>
            <a:off x="-1191" y="0"/>
            <a:ext cx="6858001" cy="75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0" y="162174"/>
            <a:ext cx="729695" cy="431651"/>
          </a:xfrm>
          <a:prstGeom prst="rect">
            <a:avLst/>
          </a:prstGeom>
        </p:spPr>
      </p:pic>
      <p:sp>
        <p:nvSpPr>
          <p:cNvPr id="20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5281" y="1835696"/>
            <a:ext cx="6167438" cy="936104"/>
          </a:xfrm>
          <a:prstGeom prst="rect">
            <a:avLst/>
          </a:prstGeom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n-GB" noProof="0" dirty="0" err="1"/>
              <a:t>Titelmasterformat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durch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Klicken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bearbeiten</a:t>
            </a:r>
            <a:endParaRPr lang="en-US" altLang="en-GB" noProof="0" dirty="0"/>
          </a:p>
        </p:txBody>
      </p:sp>
      <p:sp>
        <p:nvSpPr>
          <p:cNvPr id="23" name="Rectangle 7"/>
          <p:cNvSpPr txBox="1">
            <a:spLocks noChangeArrowheads="1"/>
          </p:cNvSpPr>
          <p:nvPr userDrawn="1"/>
        </p:nvSpPr>
        <p:spPr bwMode="auto">
          <a:xfrm>
            <a:off x="2450640" y="8802760"/>
            <a:ext cx="1956720" cy="26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CBCE4B5A-AA3E-4FAB-82CE-196AB7A3D3CE}" type="datetime1">
              <a:rPr lang="de-DE" smtClean="0">
                <a:solidFill>
                  <a:srgbClr val="000000"/>
                </a:solidFill>
              </a:rPr>
              <a:t>08.08.2021</a:t>
            </a:fld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886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gradFill>
          <a:gsLst>
            <a:gs pos="0">
              <a:srgbClr val="BFBFBF"/>
            </a:gs>
            <a:gs pos="50000">
              <a:srgbClr val="E9EAEA"/>
            </a:gs>
            <a:gs pos="100000">
              <a:srgbClr val="BFBFB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LogoHSPF-sw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1" b="-30769"/>
          <a:stretch>
            <a:fillRect/>
          </a:stretch>
        </p:blipFill>
        <p:spPr bwMode="auto">
          <a:xfrm>
            <a:off x="4305600" y="8820000"/>
            <a:ext cx="2555875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platzhalter 15"/>
          <p:cNvSpPr>
            <a:spLocks noGrp="1"/>
          </p:cNvSpPr>
          <p:nvPr>
            <p:ph type="body" sz="quarter" idx="10"/>
          </p:nvPr>
        </p:nvSpPr>
        <p:spPr>
          <a:xfrm>
            <a:off x="345281" y="1250945"/>
            <a:ext cx="3960319" cy="3931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15" name="Line 9"/>
          <p:cNvSpPr>
            <a:spLocks noChangeShapeType="1"/>
          </p:cNvSpPr>
          <p:nvPr userDrawn="1"/>
        </p:nvSpPr>
        <p:spPr bwMode="auto">
          <a:xfrm>
            <a:off x="1" y="1708538"/>
            <a:ext cx="4305599" cy="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726" y="982475"/>
            <a:ext cx="968084" cy="726063"/>
          </a:xfrm>
          <a:prstGeom prst="rect">
            <a:avLst/>
          </a:prstGeom>
          <a:ln w="12700">
            <a:solidFill>
              <a:schemeClr val="tx1"/>
            </a:solidFill>
          </a:ln>
          <a:effectLst/>
        </p:spPr>
      </p:pic>
      <p:pic>
        <p:nvPicPr>
          <p:cNvPr id="18" name="Picture 20" descr="HPF_graugelb PPP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520" t="-1" r="277" b="4510"/>
          <a:stretch/>
        </p:blipFill>
        <p:spPr bwMode="auto">
          <a:xfrm>
            <a:off x="-1191" y="0"/>
            <a:ext cx="6858001" cy="756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0" y="162174"/>
            <a:ext cx="729695" cy="431651"/>
          </a:xfrm>
          <a:prstGeom prst="rect">
            <a:avLst/>
          </a:prstGeom>
        </p:spPr>
      </p:pic>
      <p:sp>
        <p:nvSpPr>
          <p:cNvPr id="20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5281" y="1835696"/>
            <a:ext cx="6167438" cy="936104"/>
          </a:xfrm>
          <a:prstGeom prst="rect">
            <a:avLst/>
          </a:prstGeom>
        </p:spPr>
        <p:txBody>
          <a:bodyPr anchor="t"/>
          <a:lstStyle>
            <a:lvl1pPr>
              <a:defRPr sz="2400"/>
            </a:lvl1pPr>
          </a:lstStyle>
          <a:p>
            <a:pPr lvl="0"/>
            <a:r>
              <a:rPr lang="en-US" altLang="en-GB" noProof="0" dirty="0" err="1"/>
              <a:t>Titelmasterformat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durch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Klicken</a:t>
            </a:r>
            <a:r>
              <a:rPr lang="en-US" altLang="en-GB" noProof="0" dirty="0"/>
              <a:t> </a:t>
            </a:r>
            <a:r>
              <a:rPr lang="en-US" altLang="en-GB" noProof="0" dirty="0" err="1"/>
              <a:t>bearbeiten</a:t>
            </a:r>
            <a:endParaRPr lang="en-US" altLang="en-GB" noProof="0" dirty="0"/>
          </a:p>
        </p:txBody>
      </p:sp>
      <p:sp>
        <p:nvSpPr>
          <p:cNvPr id="10" name="Rectangle 7"/>
          <p:cNvSpPr txBox="1">
            <a:spLocks noChangeArrowheads="1"/>
          </p:cNvSpPr>
          <p:nvPr userDrawn="1"/>
        </p:nvSpPr>
        <p:spPr bwMode="auto">
          <a:xfrm>
            <a:off x="3104965" y="8802760"/>
            <a:ext cx="648071" cy="26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4AB5D789-8952-4F7F-91F0-CBC9618CA1CC}" type="slidenum">
              <a:rPr lang="de-DE" smtClean="0">
                <a:solidFill>
                  <a:srgbClr val="000000"/>
                </a:solidFill>
              </a:rPr>
              <a:pPr algn="ctr">
                <a:defRPr/>
              </a:pPr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28182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1" y="179512"/>
            <a:ext cx="6381750" cy="504056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45208" y="971600"/>
            <a:ext cx="6167585" cy="75608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02521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ogo,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1" y="304800"/>
            <a:ext cx="6381750" cy="5227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85751" y="1691680"/>
            <a:ext cx="6384131" cy="6639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6" name="Grafik 5"/>
          <p:cNvPicPr preferRelativeResize="0">
            <a:picLocks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" t="4368" r="2324" b="2119"/>
          <a:stretch/>
        </p:blipFill>
        <p:spPr>
          <a:xfrm>
            <a:off x="5670000" y="7104000"/>
            <a:ext cx="999000" cy="120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3842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1" y="304800"/>
            <a:ext cx="6381750" cy="5227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5750" y="1524000"/>
            <a:ext cx="3134916" cy="68072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534967" y="1524000"/>
            <a:ext cx="3134915" cy="68072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-1190" y="1115484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6493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1" y="304800"/>
            <a:ext cx="6381750" cy="5227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-1190" y="1115484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2902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77660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344216" y="1653220"/>
            <a:ext cx="4114800" cy="4650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344216" y="6588224"/>
            <a:ext cx="4114800" cy="1641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304801" y="304800"/>
            <a:ext cx="6381750" cy="5227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41652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1" y="304800"/>
            <a:ext cx="6381750" cy="522784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5751" y="1691680"/>
            <a:ext cx="6384131" cy="663952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-1191" y="756000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8528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5086350" y="1345979"/>
            <a:ext cx="1600200" cy="6985220"/>
          </a:xfrm>
          <a:prstGeom prst="rect">
            <a:avLst/>
          </a:prstGeom>
        </p:spPr>
        <p:txBody>
          <a:bodyPr vert="eaVert"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5750" y="1345979"/>
            <a:ext cx="4686300" cy="698522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-1190" y="1115484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19295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4801" y="304800"/>
            <a:ext cx="6381750" cy="711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285751" y="1524000"/>
            <a:ext cx="6384131" cy="6807200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 dirty="0"/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-1190" y="1115484"/>
            <a:ext cx="6858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de-DE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929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el, Text und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0051" y="304800"/>
            <a:ext cx="6309122" cy="1016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00051" y="1625600"/>
            <a:ext cx="3096816" cy="6502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lipArt-Platzhalter 3"/>
          <p:cNvSpPr>
            <a:spLocks noGrp="1"/>
          </p:cNvSpPr>
          <p:nvPr>
            <p:ph type="clipArt" sz="half" idx="2"/>
          </p:nvPr>
        </p:nvSpPr>
        <p:spPr>
          <a:xfrm>
            <a:off x="3611167" y="1625600"/>
            <a:ext cx="3098006" cy="65024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943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52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97" r:id="rId3"/>
    <p:sldLayoutId id="2147483696" r:id="rId4"/>
    <p:sldLayoutId id="2147483695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Frutiger 45 Light" pitchFamily="50" charset="0"/>
        </a:defRPr>
      </a:lvl9pPr>
    </p:titleStyle>
    <p:bodyStyle>
      <a:lvl1pPr marL="342900" indent="-3429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 sz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kumimoji="1" sz="1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 sz="1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kumimoji="1" sz="1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 sz="1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C00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8555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FF0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36804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FFC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9512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8175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92D05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0116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00B0F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5241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0070C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57910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7030A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02477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chemeClr val="bg2">
                <a:lumMod val="40000"/>
                <a:lumOff val="6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54899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/>
          <p:cNvGrpSpPr/>
          <p:nvPr/>
        </p:nvGrpSpPr>
        <p:grpSpPr>
          <a:xfrm>
            <a:off x="498475" y="800100"/>
            <a:ext cx="5861050" cy="7543800"/>
            <a:chOff x="498475" y="611560"/>
            <a:chExt cx="5861050" cy="7543800"/>
          </a:xfrm>
        </p:grpSpPr>
        <p:sp>
          <p:nvSpPr>
            <p:cNvPr id="14" name="Abgerundetes Rechteck 13"/>
            <p:cNvSpPr/>
            <p:nvPr/>
          </p:nvSpPr>
          <p:spPr bwMode="auto">
            <a:xfrm>
              <a:off x="498475" y="611560"/>
              <a:ext cx="5861050" cy="7543800"/>
            </a:xfrm>
            <a:prstGeom prst="roundRect">
              <a:avLst>
                <a:gd name="adj" fmla="val 5321"/>
              </a:avLst>
            </a:prstGeom>
            <a:solidFill>
              <a:srgbClr val="0A4618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Abgerundetes Rechteck 17"/>
            <p:cNvSpPr/>
            <p:nvPr/>
          </p:nvSpPr>
          <p:spPr bwMode="auto">
            <a:xfrm>
              <a:off x="620688" y="742943"/>
              <a:ext cx="5616624" cy="6709377"/>
            </a:xfrm>
            <a:prstGeom prst="roundRect">
              <a:avLst>
                <a:gd name="adj" fmla="val 377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894744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feld 13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21" name="Rechteck 20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035428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CC00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459756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C00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7255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0A651C4-5238-48DA-B4F3-F43F3401E9D8}"/>
              </a:ext>
            </a:extLst>
          </p:cNvPr>
          <p:cNvGrpSpPr/>
          <p:nvPr/>
        </p:nvGrpSpPr>
        <p:grpSpPr>
          <a:xfrm>
            <a:off x="491332" y="791369"/>
            <a:ext cx="5875337" cy="7563582"/>
            <a:chOff x="491332" y="791369"/>
            <a:chExt cx="5875337" cy="7563582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ECE552">
                <a:alpha val="49804"/>
              </a:srgbClr>
            </a:solidFill>
            <a:ln w="9525" cap="flat" cmpd="sng" algn="ctr">
              <a:solidFill>
                <a:srgbClr val="6CC1C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effectLst/>
                <a:latin typeface="Arial" charset="0"/>
              </a:endParaRPr>
            </a:p>
          </p:txBody>
        </p:sp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feld 3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JUMP</a:t>
              </a:r>
            </a:p>
          </p:txBody>
        </p:sp>
        <p:sp>
          <p:nvSpPr>
            <p:cNvPr id="5" name="Textfeld 4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START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734656" y="7813679"/>
              <a:ext cx="1091861" cy="415498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LEFT/RIGHT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1243CA4-D031-4A30-B1CE-EDB72B5C7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5783" y="956209"/>
              <a:ext cx="414191" cy="591455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9D91D85-6705-4E53-B78A-46CA2C5B69D9}"/>
                </a:ext>
              </a:extLst>
            </p:cNvPr>
            <p:cNvSpPr txBox="1"/>
            <p:nvPr/>
          </p:nvSpPr>
          <p:spPr>
            <a:xfrm rot="1194842">
              <a:off x="5216397" y="1118891"/>
              <a:ext cx="989072" cy="400110"/>
            </a:xfrm>
            <a:prstGeom prst="rect">
              <a:avLst/>
            </a:prstGeom>
            <a:noFill/>
            <a:effectLst>
              <a:glow rad="139700">
                <a:srgbClr val="EEEE12">
                  <a:alpha val="70000"/>
                </a:srgb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Bernard MT Condensed" panose="02050806060905020404" pitchFamily="18" charset="0"/>
                </a:rPr>
                <a:t>CHEERS!</a:t>
              </a:r>
            </a:p>
          </p:txBody>
        </p:sp>
        <p:sp>
          <p:nvSpPr>
            <p:cNvPr id="9" name="Rechteck 8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de-DE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1BA86CF-B730-4BDD-B9E8-2BD60F122AC7}"/>
                </a:ext>
              </a:extLst>
            </p:cNvPr>
            <p:cNvSpPr txBox="1"/>
            <p:nvPr/>
          </p:nvSpPr>
          <p:spPr>
            <a:xfrm>
              <a:off x="2240868" y="1147554"/>
              <a:ext cx="25562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GET THE BEER 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315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9EFCE54-B6D1-4CF8-9DC3-3FADB0788DB8}"/>
              </a:ext>
            </a:extLst>
          </p:cNvPr>
          <p:cNvGrpSpPr/>
          <p:nvPr/>
        </p:nvGrpSpPr>
        <p:grpSpPr>
          <a:xfrm>
            <a:off x="491330" y="790735"/>
            <a:ext cx="5875340" cy="7564216"/>
            <a:chOff x="491330" y="790735"/>
            <a:chExt cx="5875340" cy="7564216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ECE552">
                <a:alpha val="49804"/>
              </a:srgbClr>
            </a:solidFill>
            <a:ln w="9525" cap="flat" cmpd="sng" algn="ctr">
              <a:solidFill>
                <a:srgbClr val="6CC1C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effectLst/>
                <a:latin typeface="Arial" charset="0"/>
              </a:endParaRPr>
            </a:p>
          </p:txBody>
        </p:sp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feld 3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PAUSE</a:t>
              </a:r>
            </a:p>
          </p:txBody>
        </p:sp>
        <p:sp>
          <p:nvSpPr>
            <p:cNvPr id="5" name="Textfeld 4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JUMP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04983F39-F780-46F5-BC85-031799BC0E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349" t="554" r="8513" b="87676"/>
            <a:stretch/>
          </p:blipFill>
          <p:spPr>
            <a:xfrm>
              <a:off x="491330" y="790735"/>
              <a:ext cx="5875340" cy="992088"/>
            </a:xfrm>
            <a:prstGeom prst="rect">
              <a:avLst/>
            </a:prstGeom>
            <a:noFill/>
          </p:spPr>
        </p:pic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D1243CA4-D031-4A30-B1CE-EDB72B5C7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783" y="956209"/>
              <a:ext cx="414191" cy="591455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9D91D85-6705-4E53-B78A-46CA2C5B69D9}"/>
                </a:ext>
              </a:extLst>
            </p:cNvPr>
            <p:cNvSpPr txBox="1"/>
            <p:nvPr/>
          </p:nvSpPr>
          <p:spPr>
            <a:xfrm rot="1194842">
              <a:off x="5216397" y="1118891"/>
              <a:ext cx="989072" cy="400110"/>
            </a:xfrm>
            <a:prstGeom prst="rect">
              <a:avLst/>
            </a:prstGeom>
            <a:noFill/>
            <a:effectLst>
              <a:glow rad="139700">
                <a:srgbClr val="EEEE12">
                  <a:alpha val="70000"/>
                </a:srgb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Bernard MT Condensed" panose="02050806060905020404" pitchFamily="18" charset="0"/>
                </a:rPr>
                <a:t>CHEERS!</a:t>
              </a:r>
            </a:p>
          </p:txBody>
        </p:sp>
        <p:sp>
          <p:nvSpPr>
            <p:cNvPr id="9" name="Rechteck 8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de-DE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1BA86CF-B730-4BDD-B9E8-2BD60F122AC7}"/>
                </a:ext>
              </a:extLst>
            </p:cNvPr>
            <p:cNvSpPr txBox="1"/>
            <p:nvPr/>
          </p:nvSpPr>
          <p:spPr>
            <a:xfrm>
              <a:off x="2240868" y="1147554"/>
              <a:ext cx="25562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GET THE BEER 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521136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664046D-FD3E-41F9-B323-96892BDFDA78}"/>
              </a:ext>
            </a:extLst>
          </p:cNvPr>
          <p:cNvGrpSpPr/>
          <p:nvPr/>
        </p:nvGrpSpPr>
        <p:grpSpPr>
          <a:xfrm>
            <a:off x="491331" y="789049"/>
            <a:ext cx="6034011" cy="7590901"/>
            <a:chOff x="491331" y="789049"/>
            <a:chExt cx="6034011" cy="7590901"/>
          </a:xfrm>
        </p:grpSpPr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EB4239A5-7A99-4802-B99F-FB89A05751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393" t="81927" r="12606" b="7735"/>
            <a:stretch/>
          </p:blipFill>
          <p:spPr>
            <a:xfrm>
              <a:off x="908720" y="7524328"/>
              <a:ext cx="5184576" cy="855622"/>
            </a:xfrm>
            <a:prstGeom prst="rect">
              <a:avLst/>
            </a:prstGeom>
            <a:noFill/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A12CFD21-573A-413B-A1BE-3B73073EFD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7395" t="548" r="6355" b="7735"/>
            <a:stretch/>
          </p:blipFill>
          <p:spPr>
            <a:xfrm>
              <a:off x="6093296" y="789049"/>
              <a:ext cx="432046" cy="7590901"/>
            </a:xfrm>
            <a:prstGeom prst="rect">
              <a:avLst/>
            </a:prstGeom>
            <a:noFill/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ABBBAF5C-6379-4A82-9108-B8C0891834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393" t="548" r="12467" b="89421"/>
            <a:stretch/>
          </p:blipFill>
          <p:spPr>
            <a:xfrm>
              <a:off x="908720" y="789050"/>
              <a:ext cx="5194089" cy="830188"/>
            </a:xfrm>
            <a:prstGeom prst="rect">
              <a:avLst/>
            </a:prstGeom>
            <a:noFill/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B663AAC7-F7D9-48E8-AEE5-683DB0EADCBB}"/>
                </a:ext>
              </a:extLst>
            </p:cNvPr>
            <p:cNvSpPr txBox="1"/>
            <p:nvPr/>
          </p:nvSpPr>
          <p:spPr>
            <a:xfrm>
              <a:off x="2101411" y="1052540"/>
              <a:ext cx="26693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b="1" i="1" dirty="0" err="1">
                  <a:latin typeface="Berlin Sans FB" panose="020E0602020502020306" pitchFamily="34" charset="0"/>
                </a:rPr>
                <a:t>Get</a:t>
              </a:r>
              <a:r>
                <a:rPr lang="de-DE" sz="2800" b="1" i="1" dirty="0">
                  <a:latin typeface="Berlin Sans FB" panose="020E0602020502020306" pitchFamily="34" charset="0"/>
                </a:rPr>
                <a:t> </a:t>
              </a:r>
              <a:r>
                <a:rPr lang="de-DE" sz="2800" b="1" i="1" dirty="0" err="1">
                  <a:latin typeface="Berlin Sans FB" panose="020E0602020502020306" pitchFamily="34" charset="0"/>
                </a:rPr>
                <a:t>the</a:t>
              </a:r>
              <a:r>
                <a:rPr lang="de-DE" sz="2800" b="1" i="1" dirty="0">
                  <a:latin typeface="Berlin Sans FB" panose="020E0602020502020306" pitchFamily="34" charset="0"/>
                </a:rPr>
                <a:t> BEER !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8ED2EA39-E052-486E-9F94-9C78A54B8930}"/>
                </a:ext>
              </a:extLst>
            </p:cNvPr>
            <p:cNvSpPr txBox="1"/>
            <p:nvPr/>
          </p:nvSpPr>
          <p:spPr>
            <a:xfrm rot="1194842">
              <a:off x="5186068" y="1152661"/>
              <a:ext cx="1177124" cy="408148"/>
            </a:xfrm>
            <a:prstGeom prst="rect">
              <a:avLst/>
            </a:prstGeom>
            <a:noFill/>
            <a:effectLst>
              <a:glow rad="139700">
                <a:srgbClr val="EEEE12">
                  <a:alpha val="70000"/>
                </a:srgb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Bernard MT Condensed" panose="02050806060905020404" pitchFamily="18" charset="0"/>
                </a:rPr>
                <a:t>CHEERS!</a:t>
              </a:r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5DBE5140-2D05-4D46-8474-5A92D07CC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355" t="548" r="87607" b="7735"/>
            <a:stretch/>
          </p:blipFill>
          <p:spPr>
            <a:xfrm>
              <a:off x="491331" y="789049"/>
              <a:ext cx="417389" cy="7590901"/>
            </a:xfrm>
            <a:prstGeom prst="rect">
              <a:avLst/>
            </a:prstGeom>
            <a:noFill/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0CDB3850-A442-42FA-B7D4-E6751078E5CB}"/>
                </a:ext>
              </a:extLst>
            </p:cNvPr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PAUSE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8706C6D-5496-4ACD-93CC-4048BBE22B20}"/>
                </a:ext>
              </a:extLst>
            </p:cNvPr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JUMP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098EBD8E-6693-47DF-9ED4-313A22407BD3}"/>
                </a:ext>
              </a:extLst>
            </p:cNvPr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EC72028-E9DD-4C77-890B-EC3EA9891D23}"/>
                </a:ext>
              </a:extLst>
            </p:cNvPr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6CF9D921-BA89-4B9C-A0E2-E598CC47FBB1}"/>
                </a:ext>
              </a:extLst>
            </p:cNvPr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CB49289A-278A-4393-9A77-25DB5356E0EF}"/>
                </a:ext>
              </a:extLst>
            </p:cNvPr>
            <p:cNvSpPr/>
            <p:nvPr/>
          </p:nvSpPr>
          <p:spPr bwMode="auto">
            <a:xfrm>
              <a:off x="899207" y="1619672"/>
              <a:ext cx="5184576" cy="5904656"/>
            </a:xfrm>
            <a:prstGeom prst="rect">
              <a:avLst/>
            </a:prstGeom>
            <a:solidFill>
              <a:srgbClr val="ECE552">
                <a:alpha val="50000"/>
              </a:srgb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25476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B084FC9-3F18-43A8-AD7D-349B883985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337" t="554" r="6355" b="87676"/>
          <a:stretch/>
        </p:blipFill>
        <p:spPr>
          <a:xfrm>
            <a:off x="6089298" y="789049"/>
            <a:ext cx="436043" cy="993774"/>
          </a:xfrm>
          <a:prstGeom prst="rect">
            <a:avLst/>
          </a:prstGeom>
          <a:noFill/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355B955-41D2-4A35-B1AE-CE6DDAD465BF}"/>
              </a:ext>
            </a:extLst>
          </p:cNvPr>
          <p:cNvSpPr/>
          <p:nvPr/>
        </p:nvSpPr>
        <p:spPr bwMode="auto">
          <a:xfrm>
            <a:off x="919988" y="1599024"/>
            <a:ext cx="5169311" cy="5989525"/>
          </a:xfrm>
          <a:prstGeom prst="rect">
            <a:avLst/>
          </a:prstGeom>
          <a:solidFill>
            <a:srgbClr val="ECE552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 dirty="0">
              <a:ln>
                <a:noFill/>
              </a:ln>
              <a:effectLst/>
              <a:latin typeface="Arial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0A98D35-D9E2-4F94-BFAA-D20D35DCAC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9" t="554" r="6363" b="87676"/>
          <a:stretch/>
        </p:blipFill>
        <p:spPr>
          <a:xfrm>
            <a:off x="491329" y="789049"/>
            <a:ext cx="6034011" cy="9937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564354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PAUSE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JUMP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5375E2-B9C2-420D-9E6F-171305C63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5" t="554" r="88514" b="7733"/>
          <a:stretch/>
        </p:blipFill>
        <p:spPr>
          <a:xfrm>
            <a:off x="491331" y="789049"/>
            <a:ext cx="345381" cy="7590902"/>
          </a:xfrm>
          <a:prstGeom prst="rect">
            <a:avLst/>
          </a:prstGeom>
          <a:noFill/>
        </p:spPr>
      </p:pic>
      <p:sp>
        <p:nvSpPr>
          <p:cNvPr id="6" name="Rechteck 5"/>
          <p:cNvSpPr/>
          <p:nvPr/>
        </p:nvSpPr>
        <p:spPr bwMode="auto">
          <a:xfrm>
            <a:off x="836712" y="1763688"/>
            <a:ext cx="5184576" cy="59046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6CC1C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24537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PAUSE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JUMP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5375E2-B9C2-420D-9E6F-171305C63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5" t="75839" r="6355" b="7733"/>
          <a:stretch/>
        </p:blipFill>
        <p:spPr>
          <a:xfrm>
            <a:off x="491331" y="7020273"/>
            <a:ext cx="5875337" cy="1359678"/>
          </a:xfrm>
          <a:prstGeom prst="rect">
            <a:avLst/>
          </a:prstGeom>
          <a:noFill/>
        </p:spPr>
      </p:pic>
      <p:sp>
        <p:nvSpPr>
          <p:cNvPr id="6" name="Rechteck 5"/>
          <p:cNvSpPr/>
          <p:nvPr/>
        </p:nvSpPr>
        <p:spPr bwMode="auto">
          <a:xfrm>
            <a:off x="836712" y="1763688"/>
            <a:ext cx="5184576" cy="59046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6CC1C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6703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PAUSE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JUMP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5375E2-B9C2-420D-9E6F-171305C63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513" t="554" r="6355" b="7733"/>
          <a:stretch/>
        </p:blipFill>
        <p:spPr>
          <a:xfrm>
            <a:off x="6021288" y="789049"/>
            <a:ext cx="345380" cy="7590902"/>
          </a:xfrm>
          <a:prstGeom prst="rect">
            <a:avLst/>
          </a:prstGeom>
          <a:noFill/>
        </p:spPr>
      </p:pic>
      <p:sp>
        <p:nvSpPr>
          <p:cNvPr id="6" name="Rechteck 5"/>
          <p:cNvSpPr/>
          <p:nvPr/>
        </p:nvSpPr>
        <p:spPr bwMode="auto">
          <a:xfrm>
            <a:off x="836712" y="1763688"/>
            <a:ext cx="5184576" cy="59046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6CC1C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82481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PAUSE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JUMP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de-DE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5375E2-B9C2-420D-9E6F-171305C63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5" t="552" r="6355" b="8067"/>
          <a:stretch/>
        </p:blipFill>
        <p:spPr>
          <a:xfrm>
            <a:off x="491332" y="791370"/>
            <a:ext cx="5875337" cy="7563581"/>
          </a:xfrm>
          <a:prstGeom prst="rect">
            <a:avLst/>
          </a:prstGeom>
          <a:noFill/>
        </p:spPr>
      </p:pic>
      <p:sp>
        <p:nvSpPr>
          <p:cNvPr id="6" name="Rechteck 5"/>
          <p:cNvSpPr/>
          <p:nvPr/>
        </p:nvSpPr>
        <p:spPr bwMode="auto">
          <a:xfrm>
            <a:off x="836712" y="1763688"/>
            <a:ext cx="5184576" cy="59046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6CC1C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54219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1EA907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feld 6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00B05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F367B065-4674-4420-83DE-AB0606CAF4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5" t="554" r="6355" b="7733"/>
          <a:stretch/>
        </p:blipFill>
        <p:spPr>
          <a:xfrm>
            <a:off x="491331" y="789049"/>
            <a:ext cx="5875337" cy="759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2559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CC00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72559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3155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feld 6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CC00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72559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3155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37583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620688" y="921068"/>
            <a:ext cx="5616624" cy="6747276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FF33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4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FF33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3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FF33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1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FF33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10" name="Rechteck 9"/>
          <p:cNvSpPr/>
          <p:nvPr/>
        </p:nvSpPr>
        <p:spPr bwMode="auto">
          <a:xfrm>
            <a:off x="1610798" y="1066600"/>
            <a:ext cx="3636404" cy="481064"/>
          </a:xfrm>
          <a:prstGeom prst="rect">
            <a:avLst/>
          </a:prstGeom>
          <a:solidFill>
            <a:srgbClr val="FF33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GAME TITLE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FF33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2</a:t>
            </a:r>
          </a:p>
        </p:txBody>
      </p:sp>
    </p:spTree>
    <p:extLst>
      <p:ext uri="{BB962C8B-B14F-4D97-AF65-F5344CB8AC3E}">
        <p14:creationId xmlns:p14="http://schemas.microsoft.com/office/powerpoint/2010/main" val="147556315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620688" y="921068"/>
            <a:ext cx="5616624" cy="6747276"/>
          </a:xfrm>
          <a:prstGeom prst="rect">
            <a:avLst/>
          </a:prstGeom>
          <a:solidFill>
            <a:srgbClr val="FFC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4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3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1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1610798" y="1066600"/>
            <a:ext cx="3636404" cy="481064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GAME TITLE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2</a:t>
            </a:r>
          </a:p>
        </p:txBody>
      </p:sp>
    </p:spTree>
    <p:extLst>
      <p:ext uri="{BB962C8B-B14F-4D97-AF65-F5344CB8AC3E}">
        <p14:creationId xmlns:p14="http://schemas.microsoft.com/office/powerpoint/2010/main" val="133659950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956813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2"/>
            <a:chOff x="491332" y="791369"/>
            <a:chExt cx="5875337" cy="7563582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1EA907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feld 3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5" name="Textfeld 4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9" name="Rechteck 8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00B05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635418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auto">
          <a:xfrm>
            <a:off x="620688" y="921068"/>
            <a:ext cx="5616624" cy="6747276"/>
          </a:xfrm>
          <a:prstGeom prst="rect">
            <a:avLst/>
          </a:prstGeom>
          <a:solidFill>
            <a:srgbClr val="00B05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32" y="791369"/>
            <a:ext cx="5875337" cy="756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5143894" y="7814116"/>
            <a:ext cx="958915" cy="253916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4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4184979" y="7814116"/>
            <a:ext cx="958915" cy="253916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3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267149" y="7813681"/>
            <a:ext cx="958915" cy="253916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1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734656" y="7813679"/>
            <a:ext cx="1091861" cy="26161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JOYSTICK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1610798" y="1066600"/>
            <a:ext cx="3636404" cy="481064"/>
          </a:xfrm>
          <a:prstGeom prst="rect">
            <a:avLst/>
          </a:prstGeom>
          <a:solidFill>
            <a:srgbClr val="00B05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GAME TITLE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3226064" y="7814116"/>
            <a:ext cx="958915" cy="253916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BUTTON 2</a:t>
            </a:r>
          </a:p>
        </p:txBody>
      </p:sp>
    </p:spTree>
    <p:extLst>
      <p:ext uri="{BB962C8B-B14F-4D97-AF65-F5344CB8AC3E}">
        <p14:creationId xmlns:p14="http://schemas.microsoft.com/office/powerpoint/2010/main" val="147157860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00B0F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851667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feld 4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618136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491332" y="791369"/>
            <a:ext cx="5875337" cy="7563581"/>
            <a:chOff x="491332" y="791369"/>
            <a:chExt cx="5875337" cy="7563581"/>
          </a:xfrm>
        </p:grpSpPr>
        <p:sp>
          <p:nvSpPr>
            <p:cNvPr id="6" name="Rechteck 5"/>
            <p:cNvSpPr/>
            <p:nvPr/>
          </p:nvSpPr>
          <p:spPr bwMode="auto">
            <a:xfrm>
              <a:off x="620688" y="921068"/>
              <a:ext cx="5616624" cy="6747276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1332" y="791369"/>
              <a:ext cx="5875337" cy="7563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feld 12"/>
            <p:cNvSpPr txBox="1"/>
            <p:nvPr/>
          </p:nvSpPr>
          <p:spPr>
            <a:xfrm>
              <a:off x="514389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4</a:t>
              </a:r>
            </a:p>
          </p:txBody>
        </p:sp>
        <p:sp>
          <p:nvSpPr>
            <p:cNvPr id="14" name="Textfeld 13"/>
            <p:cNvSpPr txBox="1"/>
            <p:nvPr/>
          </p:nvSpPr>
          <p:spPr>
            <a:xfrm>
              <a:off x="4184979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3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2267149" y="7813681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1</a:t>
              </a:r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734656" y="7813679"/>
              <a:ext cx="1091861" cy="261610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JOYSTICK</a:t>
              </a:r>
            </a:p>
          </p:txBody>
        </p:sp>
        <p:sp>
          <p:nvSpPr>
            <p:cNvPr id="17" name="Rechteck 16"/>
            <p:cNvSpPr/>
            <p:nvPr/>
          </p:nvSpPr>
          <p:spPr bwMode="auto">
            <a:xfrm>
              <a:off x="1610798" y="1066600"/>
              <a:ext cx="3636404" cy="481064"/>
            </a:xfrm>
            <a:prstGeom prst="rect">
              <a:avLst/>
            </a:prstGeom>
            <a:solidFill>
              <a:srgbClr val="CC00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GAME TITLE</a:t>
              </a:r>
            </a:p>
          </p:txBody>
        </p:sp>
        <p:sp>
          <p:nvSpPr>
            <p:cNvPr id="18" name="Textfeld 17"/>
            <p:cNvSpPr txBox="1"/>
            <p:nvPr/>
          </p:nvSpPr>
          <p:spPr>
            <a:xfrm>
              <a:off x="3226064" y="7814116"/>
              <a:ext cx="958915" cy="253916"/>
            </a:xfrm>
            <a:prstGeom prst="rect">
              <a:avLst/>
            </a:prstGeom>
            <a:solidFill>
              <a:srgbClr val="CC0099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  <a:cs typeface="Aharoni" panose="02010803020104030203" pitchFamily="2" charset="-79"/>
                </a:rPr>
                <a:t>BUTTON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493625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0249B26-7CC3-4FB1-86CB-63193314A2AD}"/>
              </a:ext>
            </a:extLst>
          </p:cNvPr>
          <p:cNvSpPr txBox="1"/>
          <p:nvPr/>
        </p:nvSpPr>
        <p:spPr>
          <a:xfrm rot="20924936">
            <a:off x="847768" y="1539823"/>
            <a:ext cx="2911564" cy="400110"/>
          </a:xfrm>
          <a:prstGeom prst="rect">
            <a:avLst/>
          </a:prstGeom>
          <a:noFill/>
          <a:effectLst>
            <a:glow rad="139700">
              <a:srgbClr val="EEEE12">
                <a:alpha val="7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Bernard MT Condensed" panose="02050806060905020404" pitchFamily="18" charset="0"/>
              </a:rPr>
              <a:t>CHEERS!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06CCEDA-B618-460D-B8EE-8058115E1242}"/>
              </a:ext>
            </a:extLst>
          </p:cNvPr>
          <p:cNvSpPr txBox="1"/>
          <p:nvPr/>
        </p:nvSpPr>
        <p:spPr>
          <a:xfrm>
            <a:off x="1700808" y="4171890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Cooper Black" panose="0208090404030B020404" pitchFamily="18" charset="0"/>
              </a:rPr>
              <a:t>CHEERS!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9A8782C-10F1-4015-A80C-5DA7D3888DEF}"/>
              </a:ext>
            </a:extLst>
          </p:cNvPr>
          <p:cNvSpPr txBox="1"/>
          <p:nvPr/>
        </p:nvSpPr>
        <p:spPr>
          <a:xfrm>
            <a:off x="1853208" y="3356248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Broadway" panose="04040905080B02020502" pitchFamily="82" charset="0"/>
              </a:rPr>
              <a:t>CHEERS!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9D3492D-9C20-4D40-BAAC-0D29589889C3}"/>
              </a:ext>
            </a:extLst>
          </p:cNvPr>
          <p:cNvSpPr txBox="1"/>
          <p:nvPr/>
        </p:nvSpPr>
        <p:spPr>
          <a:xfrm>
            <a:off x="1700808" y="5187588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Cooper Black" panose="0208090404030B020404" pitchFamily="18" charset="0"/>
              </a:rPr>
              <a:t>CHEERS!</a:t>
            </a:r>
          </a:p>
        </p:txBody>
      </p:sp>
    </p:spTree>
    <p:extLst>
      <p:ext uri="{BB962C8B-B14F-4D97-AF65-F5344CB8AC3E}">
        <p14:creationId xmlns:p14="http://schemas.microsoft.com/office/powerpoint/2010/main" val="22473672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2_Vorlage FH">
  <a:themeElements>
    <a:clrScheme name="Vorlage FH 2">
      <a:dk1>
        <a:srgbClr val="000000"/>
      </a:dk1>
      <a:lt1>
        <a:srgbClr val="FFFFFF"/>
      </a:lt1>
      <a:dk2>
        <a:srgbClr val="000000"/>
      </a:dk2>
      <a:lt2>
        <a:srgbClr val="999999"/>
      </a:lt2>
      <a:accent1>
        <a:srgbClr val="5C65C2"/>
      </a:accent1>
      <a:accent2>
        <a:srgbClr val="97B8E1"/>
      </a:accent2>
      <a:accent3>
        <a:srgbClr val="FFFFFF"/>
      </a:accent3>
      <a:accent4>
        <a:srgbClr val="000000"/>
      </a:accent4>
      <a:accent5>
        <a:srgbClr val="B5B8DD"/>
      </a:accent5>
      <a:accent6>
        <a:srgbClr val="88A6CC"/>
      </a:accent6>
      <a:hlink>
        <a:srgbClr val="7F96D2"/>
      </a:hlink>
      <a:folHlink>
        <a:srgbClr val="6B82D7"/>
      </a:folHlink>
    </a:clrScheme>
    <a:fontScheme name="PJ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orlage FH 1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FH 2">
        <a:dk1>
          <a:srgbClr val="000000"/>
        </a:dk1>
        <a:lt1>
          <a:srgbClr val="FFFFFF"/>
        </a:lt1>
        <a:dk2>
          <a:srgbClr val="000000"/>
        </a:dk2>
        <a:lt2>
          <a:srgbClr val="999999"/>
        </a:lt2>
        <a:accent1>
          <a:srgbClr val="5C65C2"/>
        </a:accent1>
        <a:accent2>
          <a:srgbClr val="97B8E1"/>
        </a:accent2>
        <a:accent3>
          <a:srgbClr val="FFFFFF"/>
        </a:accent3>
        <a:accent4>
          <a:srgbClr val="000000"/>
        </a:accent4>
        <a:accent5>
          <a:srgbClr val="B5B8DD"/>
        </a:accent5>
        <a:accent6>
          <a:srgbClr val="88A6CC"/>
        </a:accent6>
        <a:hlink>
          <a:srgbClr val="7F96D2"/>
        </a:hlink>
        <a:folHlink>
          <a:srgbClr val="6B82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FH 3">
        <a:dk1>
          <a:srgbClr val="000000"/>
        </a:dk1>
        <a:lt1>
          <a:srgbClr val="FFFFFF"/>
        </a:lt1>
        <a:dk2>
          <a:srgbClr val="000000"/>
        </a:dk2>
        <a:lt2>
          <a:srgbClr val="918A82"/>
        </a:lt2>
        <a:accent1>
          <a:srgbClr val="822DDC"/>
        </a:accent1>
        <a:accent2>
          <a:srgbClr val="A691EE"/>
        </a:accent2>
        <a:accent3>
          <a:srgbClr val="FFFFFF"/>
        </a:accent3>
        <a:accent4>
          <a:srgbClr val="000000"/>
        </a:accent4>
        <a:accent5>
          <a:srgbClr val="C1ADEB"/>
        </a:accent5>
        <a:accent6>
          <a:srgbClr val="9683D8"/>
        </a:accent6>
        <a:hlink>
          <a:srgbClr val="9B7BEA"/>
        </a:hlink>
        <a:folHlink>
          <a:srgbClr val="754FE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FH 4">
        <a:dk1>
          <a:srgbClr val="000000"/>
        </a:dk1>
        <a:lt1>
          <a:srgbClr val="FFFFFF"/>
        </a:lt1>
        <a:dk2>
          <a:srgbClr val="000000"/>
        </a:dk2>
        <a:lt2>
          <a:srgbClr val="918A82"/>
        </a:lt2>
        <a:accent1>
          <a:srgbClr val="CB3974"/>
        </a:accent1>
        <a:accent2>
          <a:srgbClr val="DE8CAE"/>
        </a:accent2>
        <a:accent3>
          <a:srgbClr val="FFFFFF"/>
        </a:accent3>
        <a:accent4>
          <a:srgbClr val="000000"/>
        </a:accent4>
        <a:accent5>
          <a:srgbClr val="E2AEBC"/>
        </a:accent5>
        <a:accent6>
          <a:srgbClr val="C97E9D"/>
        </a:accent6>
        <a:hlink>
          <a:srgbClr val="DA779F"/>
        </a:hlink>
        <a:folHlink>
          <a:srgbClr val="D463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FH 5">
        <a:dk1>
          <a:srgbClr val="000000"/>
        </a:dk1>
        <a:lt1>
          <a:srgbClr val="FFFFFF"/>
        </a:lt1>
        <a:dk2>
          <a:srgbClr val="000000"/>
        </a:dk2>
        <a:lt2>
          <a:srgbClr val="918A82"/>
        </a:lt2>
        <a:accent1>
          <a:srgbClr val="24983C"/>
        </a:accent1>
        <a:accent2>
          <a:srgbClr val="75DC75"/>
        </a:accent2>
        <a:accent3>
          <a:srgbClr val="FFFFFF"/>
        </a:accent3>
        <a:accent4>
          <a:srgbClr val="000000"/>
        </a:accent4>
        <a:accent5>
          <a:srgbClr val="ACCAAF"/>
        </a:accent5>
        <a:accent6>
          <a:srgbClr val="69C769"/>
        </a:accent6>
        <a:hlink>
          <a:srgbClr val="52D544"/>
        </a:hlink>
        <a:folHlink>
          <a:srgbClr val="45B02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FH 6">
        <a:dk1>
          <a:srgbClr val="000000"/>
        </a:dk1>
        <a:lt1>
          <a:srgbClr val="FFFFFF"/>
        </a:lt1>
        <a:dk2>
          <a:srgbClr val="000000"/>
        </a:dk2>
        <a:lt2>
          <a:srgbClr val="918A82"/>
        </a:lt2>
        <a:accent1>
          <a:srgbClr val="EB9E0C"/>
        </a:accent1>
        <a:accent2>
          <a:srgbClr val="F3DC97"/>
        </a:accent2>
        <a:accent3>
          <a:srgbClr val="FFFFFF"/>
        </a:accent3>
        <a:accent4>
          <a:srgbClr val="000000"/>
        </a:accent4>
        <a:accent5>
          <a:srgbClr val="F3CCAA"/>
        </a:accent5>
        <a:accent6>
          <a:srgbClr val="DCC788"/>
        </a:accent6>
        <a:hlink>
          <a:srgbClr val="E7C76F"/>
        </a:hlink>
        <a:folHlink>
          <a:srgbClr val="E3B54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237</Words>
  <Application>Microsoft Office PowerPoint</Application>
  <PresentationFormat>Bildschirmpräsentation (4:3)</PresentationFormat>
  <Paragraphs>134</Paragraphs>
  <Slides>36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6" baseType="lpstr">
      <vt:lpstr>Arial</vt:lpstr>
      <vt:lpstr>Arial Black</vt:lpstr>
      <vt:lpstr>Berlin Sans FB</vt:lpstr>
      <vt:lpstr>Bernard MT Condensed</vt:lpstr>
      <vt:lpstr>Broadway</vt:lpstr>
      <vt:lpstr>Cooper Black</vt:lpstr>
      <vt:lpstr>Frutiger 45 Light</vt:lpstr>
      <vt:lpstr>Symbol</vt:lpstr>
      <vt:lpstr>Times New Roman</vt:lpstr>
      <vt:lpstr>2_Vorlage FH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Pforzheim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Software-Entwicklung 1 - 01 - Grundlagen von C</dc:title>
  <dc:creator>Prof. Dr. rer. nat. Peer Johannsen</dc:creator>
  <cp:lastModifiedBy>Tobias Dettenberg</cp:lastModifiedBy>
  <cp:revision>1053</cp:revision>
  <cp:lastPrinted>2016-03-08T07:59:56Z</cp:lastPrinted>
  <dcterms:created xsi:type="dcterms:W3CDTF">2004-10-10T13:55:48Z</dcterms:created>
  <dcterms:modified xsi:type="dcterms:W3CDTF">2021-08-08T09:42:48Z</dcterms:modified>
</cp:coreProperties>
</file>